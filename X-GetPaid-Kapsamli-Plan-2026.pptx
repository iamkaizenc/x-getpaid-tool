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Gelir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BF63"/>
              </a:solidFill>
              <a:effectLst/>
            </c:spPr>
          </c:dPt>
          <c:dPt>
            <c:idx val="1"/>
            <c:bubble3D val="0"/>
            <c:spPr>
              <a:solidFill>
                <a:srgbClr val="1DA1F2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794BC4"/>
              </a:solidFill>
              <a:effectLst/>
            </c:spPr>
          </c:dPt>
          <c:dPt>
            <c:idx val="4"/>
            <c:bubble3D val="0"/>
            <c:spPr>
              <a:solidFill>
                <a:srgbClr val="8B95B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Affiliate</c:v>
                </c:pt>
                <c:pt idx="1">
                  <c:v>Reklam Payı</c:v>
                </c:pt>
                <c:pt idx="2">
                  <c:v>Sponsorlu</c:v>
                </c:pt>
                <c:pt idx="3">
                  <c:v>Abonelik</c:v>
                </c:pt>
                <c:pt idx="4">
                  <c:v>Diğer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C0C8D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B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Araç Geliri ($)</c:v>
                </c:pt>
              </c:strCache>
            </c:strRef>
          </c:tx>
          <c:spPr>
            <a:solidFill>
              <a:srgbClr val="1DA1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50</c:v>
                </c:pt>
                <c:pt idx="2">
                  <c:v>150</c:v>
                </c:pt>
                <c:pt idx="3">
                  <c:v>350</c:v>
                </c:pt>
                <c:pt idx="4">
                  <c:v>600</c:v>
                </c:pt>
                <c:pt idx="5">
                  <c:v>950</c:v>
                </c:pt>
                <c:pt idx="6">
                  <c:v>1400</c:v>
                </c:pt>
                <c:pt idx="7">
                  <c:v>1900</c:v>
                </c:pt>
                <c:pt idx="8">
                  <c:v>2600</c:v>
                </c:pt>
                <c:pt idx="9">
                  <c:v>3400</c:v>
                </c:pt>
                <c:pt idx="10">
                  <c:v>4200</c:v>
                </c:pt>
                <c:pt idx="11">
                  <c:v>5200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Kişisel X Geliri ($)</c:v>
                </c:pt>
              </c:strCache>
            </c:strRef>
          </c:tx>
          <c:spPr>
            <a:solidFill>
              <a:srgbClr val="17BF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150</c:v>
                </c:pt>
                <c:pt idx="3">
                  <c:v>250</c:v>
                </c:pt>
                <c:pt idx="4">
                  <c:v>420</c:v>
                </c:pt>
                <c:pt idx="5">
                  <c:v>650</c:v>
                </c:pt>
                <c:pt idx="6">
                  <c:v>900</c:v>
                </c:pt>
                <c:pt idx="7">
                  <c:v>1200</c:v>
                </c:pt>
                <c:pt idx="8">
                  <c:v>1600</c:v>
                </c:pt>
                <c:pt idx="9">
                  <c:v>2100</c:v>
                </c:pt>
                <c:pt idx="10">
                  <c:v>2700</c:v>
                </c:pt>
                <c:pt idx="11">
                  <c:v>3500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3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0C8D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0"/>
            <a:ext cx="914400" cy="91440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X GetPaid Tool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DA1F2"/>
                </a:solidFill>
              </a:rPr>
              <a:t>Kapsamlı Büyüme &amp; Gelir Planı 2026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5486400" cy="36576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828800"/>
            <a:ext cx="1965960" cy="13716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28800"/>
            <a:ext cx="1965960" cy="54864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A1F2"/>
                </a:solidFill>
              </a:rPr>
              <a:t>$480B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60604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Creator Economy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2027 Hedefi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1965960" cy="13716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828800"/>
            <a:ext cx="196596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BF63"/>
                </a:solidFill>
              </a:rPr>
              <a:t>611M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260604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X Aylık Aktif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Kullanıcı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828800"/>
            <a:ext cx="1965960" cy="13716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828800"/>
            <a:ext cx="1965960" cy="54864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94BC4"/>
                </a:solidFill>
              </a:rPr>
              <a:t>$18.5B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260604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Affiliate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Büyüklüğü 2025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828800"/>
            <a:ext cx="1965960" cy="13716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828800"/>
            <a:ext cx="19659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%97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2606040"/>
            <a:ext cx="19659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X Gelir Payı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C8D8"/>
                </a:solidFill>
              </a:rPr>
              <a:t>(İlk $50K)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8503920" cy="13716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83280"/>
            <a:ext cx="8503920" cy="54864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8D8"/>
                </a:solidFill>
              </a:rPr>
              <a:t>X GetPaid Tool — Twitter/X yaratıcıları için gelir takibi, affiliate yönetimi, içerik planlama ve büyüme stratejisi sunan Türkçe bir monetizasyon dashboard'udur. Bu plan: platformun gelir potansiyelini, rakip analizi, araç monetizasyon modellerini ve 12 aylık büyüme yol haritasını kapsar.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Şubat 2026  |  Araştırma &amp; Strateji Raporu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PIYASA FIRSATI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Neden Şimdi? Devasa Bir Piyasa Var.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97480" cy="24688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697480" cy="7315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A1F2"/>
                </a:solidFill>
              </a:rPr>
              <a:t>Creator Economy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$480B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8"/>
                </a:solidFill>
              </a:rPr>
              <a:t>2027'ye kadar büyüyecek piyasa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2514600" cy="2743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</a:rPr>
              <a:t>Goldman Sachs tahmini. 2024'te $250B idi — yıllık %20+ büyüme.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280160"/>
            <a:ext cx="2697480" cy="24688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280160"/>
            <a:ext cx="2697480" cy="7315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417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F63"/>
                </a:solidFill>
              </a:rPr>
              <a:t>Affiliate Marketing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737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$71.7B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19272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8"/>
                </a:solidFill>
              </a:rPr>
              <a:t>2034 piyasa büyüklüğü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9272" y="2788920"/>
            <a:ext cx="2514600" cy="2743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</a:rPr>
              <a:t>%15.2 CAGR. 2025'te $18.5B. Türkiye segmenti hızla büyüyor.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35624" y="1280160"/>
            <a:ext cx="2697480" cy="24688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35624" y="1280160"/>
            <a:ext cx="2697480" cy="73152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1417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4BC4"/>
                </a:solidFill>
              </a:rPr>
              <a:t>X Platform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7064" y="1737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611M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27064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8"/>
                </a:solidFill>
              </a:rPr>
              <a:t>Aylık aktif kullanıcı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27064" y="2788920"/>
            <a:ext cx="2514600" cy="27432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</a:rPr>
              <a:t>245M+ monetize edilebilir kullanıcı. Günde 1.7M yeni kullanıcı.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840480"/>
            <a:ext cx="850392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A1F2"/>
                </a:solidFill>
              </a:rPr>
              <a:t>📈  X Creator Kazanç Seviyeleri (2026 Verileri)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8229600" cy="7315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Seviye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Takipçi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Aylık Kazanç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Birincil Kaynak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Başlangıç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1K–10K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$10–$100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Affiliate + Tips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Orta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10K–50K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$300–$2,000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Ad Revenue + Affiliate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İleri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50K–500K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$2K–$10K+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Sponsored + Abonelik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Top Creator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500K+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$10K–$100K+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Tüm Kaynaklar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💰 GELİR MODELLERİ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X'te Para Kazanmanın 7 Yolu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97680" cy="804672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80467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📺 Reklam Gelir Payı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0" y="1252728"/>
            <a:ext cx="685800" cy="20116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2527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Şart: X Premium + 500 takipçi + 5M gösterim/90 gün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099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A1F2"/>
                </a:solidFill>
              </a:rPr>
              <a:t>Potansiyel: $50–$500/ay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4297680" cy="804672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03120"/>
            <a:ext cx="54864" cy="804672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48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X Abonelikler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2167128"/>
            <a:ext cx="685800" cy="20116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1671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4048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Şart: X Premium + 500 takipçi + 25 tweet/ay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243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4BC4"/>
                </a:solidFill>
              </a:rPr>
              <a:t>Potansiyel: $100–$2K/ay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297680" cy="804672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17520"/>
            <a:ext cx="54864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🎙️ Ticketed Spaces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3081528"/>
            <a:ext cx="6858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3081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İleri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3192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Şart: X Premium + 500 takipçi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387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Potansiyel: $500–$5K/etkinlik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4297680" cy="804672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931920"/>
            <a:ext cx="54864" cy="80467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💎 Bahşişler (Tips)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86200" y="3995928"/>
            <a:ext cx="685800" cy="201168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3995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Başlangıç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2336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Şart: Email doğrulama + 3+ ay hesap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4531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BF63"/>
                </a:solidFill>
              </a:rPr>
              <a:t>Potansiyel: $10–$200/ay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1188720"/>
            <a:ext cx="4297680" cy="804672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1188720"/>
            <a:ext cx="54864" cy="80467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Affiliate Marketing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1252728"/>
            <a:ext cx="685800" cy="201168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12527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Başlangıç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83480" y="14904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Şart: Aktif hesap + niş alan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17099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BF63"/>
                </a:solidFill>
              </a:rPr>
              <a:t>Potansiyel: $100–$2K+/ay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103120"/>
            <a:ext cx="4297680" cy="804672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103120"/>
            <a:ext cx="54864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148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Sponsorlu İçerik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12480" y="2167128"/>
            <a:ext cx="6858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1671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İleri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83480" y="24048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Şart: 5K+ takipçi + niş alan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26243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Potansiyel: $500–$10K/ay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017520"/>
            <a:ext cx="4297680" cy="804672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6320" y="3017520"/>
            <a:ext cx="54864" cy="804672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3063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Dijital Ürünler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412480" y="3081528"/>
            <a:ext cx="6858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3081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İleri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83480" y="33192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Şart: Bilgi + takipçi kitlesi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83480" y="35387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4BC4"/>
                </a:solidFill>
              </a:rPr>
              <a:t>Potansiyel: $500–$10K+/ay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🎯 STRATEJİ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Maksimum Gelir İçin Doğru Kombinasyon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02920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A1F2"/>
                </a:solidFill>
              </a:rPr>
              <a:t>Aşama Bazlı Büyüme Haritası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40080" cy="25603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AY 1-2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Temel Kurulum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73152" cy="73152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659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Hesap optimize et, nişi belirle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194560"/>
            <a:ext cx="73152" cy="73152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488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Günde 3-5 kaliteli tweet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377440"/>
            <a:ext cx="73152" cy="73152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317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Reply-first stratejisi (%80 zaman)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560320"/>
            <a:ext cx="73152" cy="73152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146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Affiliate link kurulumu (2-3 program)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52344"/>
            <a:ext cx="640080" cy="25603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523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AY 3-4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27523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Monetizasyon Başlangıcı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3072384"/>
            <a:ext cx="73152" cy="73152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0266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X Premium al → Ad Revenue aktif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3255264"/>
            <a:ext cx="73152" cy="73152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0954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500 takipçi hedefi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438144"/>
            <a:ext cx="73152" cy="73152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924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5M gösterim push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3621024"/>
            <a:ext cx="73152" cy="73152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5753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İlk Ticketed Space etkinliği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13048"/>
            <a:ext cx="640080" cy="256032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13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AY 5-6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88720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Ölçeklendirme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4133088"/>
            <a:ext cx="73152" cy="73152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0873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Abonelik sistemi aç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4315968"/>
            <a:ext cx="73152" cy="73152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2702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Sponsorlu içerik negosyasyonları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" y="4498848"/>
            <a:ext cx="73152" cy="73152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4531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İlk dijital ürün (e-book/template)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4681728"/>
            <a:ext cx="73152" cy="73152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6360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Ghostwriting servisi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1188720"/>
            <a:ext cx="3291840" cy="18288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6928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A1F2"/>
                </a:solidFill>
              </a:rPr>
              <a:t>Optimal Gelir Dağılımı</a:t>
            </a:r>
            <a:endParaRPr lang="en-US" sz="12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5532120" y="1572768"/>
          <a:ext cx="32918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5532120" y="3108960"/>
            <a:ext cx="3291840" cy="18288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66928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F63"/>
                </a:solidFill>
              </a:rPr>
              <a:t>Aylık Kazanç Hedefleri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66928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</a:rPr>
              <a:t>1-3. Ay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766560" y="3547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95B0"/>
                </a:solidFill>
              </a:rPr>
              <a:t>$0–$200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669280" y="3822192"/>
            <a:ext cx="30175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69280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</a:rPr>
              <a:t>4-6. Ay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76656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DA1F2"/>
                </a:solidFill>
              </a:rPr>
              <a:t>$200–$800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669280" y="4142232"/>
            <a:ext cx="30175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6928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</a:rPr>
              <a:t>7-9. Ay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766560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BF63"/>
                </a:solidFill>
              </a:rPr>
              <a:t>$800–$2,500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669280" y="4462272"/>
            <a:ext cx="30175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669280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B0"/>
                </a:solidFill>
              </a:rPr>
              <a:t>10-12. Ay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766560" y="4507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$2,500–$5K+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669280" y="4782312"/>
            <a:ext cx="30175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⚔️ RAKİP ANALİZİ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Pazardaki Konumlanma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27432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6974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Özellik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TweetHunter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$36/ay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Hypefury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$24/ay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Typefully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$12/ay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X GetPaid Tool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Ücretsiz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AI İçerik Yazma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İleri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Temel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Temel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 Yok (Fırsat!)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Gelir Takibi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Tam kapsamlı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Affiliate Yönetimi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Dashboard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Monetizasyon Kontrolü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Kısmi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Uygunluk testi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Türkçe Arayüz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Tamamen TR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İçerik Planlayıcı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En iyi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Temel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Büyüme Stratejileri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✅ 12 Strateji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Fiyat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$36/ay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$24/ay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$12/ay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C8D8"/>
                          </a:solidFill>
                        </a:rPr>
                        <a:t>🆓 Ücretsiz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069080"/>
            <a:ext cx="8503920" cy="9144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069080"/>
            <a:ext cx="850392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BF63"/>
                </a:solidFill>
              </a:rPr>
              <a:t>🏆 Temel Rekabet Avantajı: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8D8"/>
                </a:solidFill>
              </a:rPr>
              <a:t>X GetPaid Tool, tek başına gelir takibi + affiliate yönetimi + monetizasyon uygunluk kontrolü yapan, Türkçe, ÜCRETSİZ bir araç. Bu kombinasyon rakiplerden hiçbirinde yok.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💡 ARAÇ GELİR MODELİ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X GetPaid Tool Nasıl Para Kazanır?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210312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320040" cy="32004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Freemium + Premium Abonelik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673352"/>
            <a:ext cx="242316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Temel özellikler ücretsiz. Gelişmiş analitik, AI içerik önerileri, sınırsız affiliate link ve gelir raporlama için $9.99/ay (ya da $79/yıl).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423160" cy="1828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16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A1F2"/>
                </a:solidFill>
              </a:rPr>
              <a:t>💰 Hedef: 500 kullanıcı × $9.99 = $4,995/ay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44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⏱ 3-6 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27832" y="1188720"/>
            <a:ext cx="2697480" cy="210312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188720"/>
            <a:ext cx="269748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1298448"/>
            <a:ext cx="320040" cy="32004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76472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Affiliate Komisyon (Embedded)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64992" y="1673352"/>
            <a:ext cx="242316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"Önerilen Affiliate Programları" bölümündeki linkleri kendi affiliate linklerinizle değiştirin. Hostinger (%60), Namecheap (%35), SaaS araçları (%20-40).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4992" y="2761488"/>
            <a:ext cx="2423160" cy="18288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816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BF63"/>
                </a:solidFill>
              </a:rPr>
              <a:t>💰 Hedef: 100 dönüşüm × $30 ort. = $3,000/ay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3044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⏱ Hemen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35624" y="1188720"/>
            <a:ext cx="2697480" cy="210312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1188720"/>
            <a:ext cx="2697480" cy="54864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1298448"/>
            <a:ext cx="320040" cy="3200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84264" y="1298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Sponsorlu Program Yerleşimi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2784" y="1673352"/>
            <a:ext cx="242316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"Önerilen Affiliate Programları" kartlarında brand deal ile öne çıkarma. Markaların hedef kitleye ulaşması için aylık sabit ücret.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72784" y="2761488"/>
            <a:ext cx="2423160" cy="18288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816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4BC4"/>
                </a:solidFill>
              </a:rPr>
              <a:t>💰 Hedef: 3-5 marka × $500-1K/ay = $1.5K-5K/ay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72784" y="3044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⏱ 6-9 ay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520440"/>
            <a:ext cx="3977640" cy="141732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520440"/>
            <a:ext cx="3977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30168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30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 Creator Kursları &amp; E-Book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005072"/>
            <a:ext cx="37033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690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"Strateji Merkezi" içeriğini genişlet → "X'te $1K Kazanmak: Tam Rehber" e-book veya video kurs. Dashboard'dan satış.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407408"/>
            <a:ext cx="370332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622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💰 Hedef: 200 satış × $29 = $5,800/ay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6908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⏱ 4-6 ay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3520440"/>
            <a:ext cx="3977640" cy="141732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520440"/>
            <a:ext cx="3977640" cy="54864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630168"/>
            <a:ext cx="320040" cy="3200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630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API / White-Label Lisans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00600" y="4005072"/>
            <a:ext cx="37033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0690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Aracı ajanslar ve şirketler için white-label versiyonuyla sun. Aylık $299-499 abonelik ile 10+ kurumsal müşteri.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4407408"/>
            <a:ext cx="3703320" cy="18288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4622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4BC4"/>
                </a:solidFill>
              </a:rPr>
              <a:t>💰 Hedef: 10 ajans × $299 = $2,990/ay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46908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⏱ 9-12 ay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🔍 GAP ANALİZİ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Mevcut Durumdan Eksikler &amp; Fırsatlar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</a:rPr>
              <a:t>❌ Kritik Eksikler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37160" cy="13716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916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Gerçek X API Entegrasyonu Yok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9110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Veriler manuel girilmeli. X API ile otomatik çekme şart.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137160" cy="13716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128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AI İçerik Asistanı Eksik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4323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Rakipler AI ile tweet önerisi yapıyor. Bu en büyük fark.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137160" cy="13716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340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Gerçek Zamanlı Affiliate Takip Yok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9535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Tıklama/dönüşüm takibi sahte sayılarla. Gerçek URL kısaltıcı gerekli.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137160" cy="13716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552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X Para Hesaplama Modeli Yanlış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4747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$8-12/1M gösterim doğru — mevcut gösterim tabanlı hesap yok.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137160" cy="13716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7764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Mobil Uygulama Yok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9959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Kullanıcıların %70+ mobil. PWA veya native app gerekli.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37160" cy="13716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976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Çoklu Hesap Desteği Eksik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5171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Profesyonel kullanıcılar birden fazla X hesabı yönetiyor.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188720"/>
            <a:ext cx="420624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188720"/>
            <a:ext cx="420624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F63"/>
                </a:solidFill>
              </a:rPr>
              <a:t>✅ Hızlı Kazanımlar (Quick Wins)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728216"/>
            <a:ext cx="548640" cy="182880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728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Yüksek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376672" y="169164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Kendi Affiliate Linkleri Ekle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76672" y="19110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"Önerilen Programlar" bölümüne kendi referral linklerini koy. (Bu hafta)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249424"/>
            <a:ext cx="548640" cy="182880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2494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Yüksek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76672" y="221284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X Money Bölümü Ekle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76672" y="24323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2026'da gelen X Money özelliği için hazırlık sayfası. (1 hafta)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770632"/>
            <a:ext cx="548640" cy="182880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770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Orta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76672" y="273405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$1M Makale Ödülü Takibi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76672" y="29535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X'in $1M ödülü için makale takip modülü ekle. (3 gün)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291840"/>
            <a:ext cx="548640" cy="182880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291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Yüksek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376672" y="325526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URL Kısaltıcı Entegre 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76672" y="34747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Bit.ly veya kendi kısaltıcını entegre et, tıklama say. (1 hafta)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813048"/>
            <a:ext cx="548640" cy="182880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813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Yüksek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376672" y="37764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SEO Optimizasyonu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76672" y="39959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"X'te nasıl para kazanılır" gibi anahtar kelimelere odaklan. (3 gün)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334256"/>
            <a:ext cx="54864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334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Kritik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76672" y="42976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C8D8"/>
                </a:solidFill>
              </a:rPr>
              <a:t>Email List Kur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76672" y="45171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Landing page'e email yakalama ekle. İlk 1K email = varlık. (1 gün)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🚀 BÜYÜME STRATEJİSİ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Kullanıcı Büyütme: 0'dan 10.000'e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73736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60520" cy="54864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📣 X/Twitter Organik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" y="1691640"/>
            <a:ext cx="73152" cy="73152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18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Araçla ilgili thread yayınla ("X'te nasıl $500 kazandım")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" y="1947672"/>
            <a:ext cx="73152" cy="73152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74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Aylık kazanç raporları paylaş (şeffaflık = güven)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" y="2203704"/>
            <a:ext cx="73152" cy="73152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30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Araç SS'lerini thread içinde göster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3886200" cy="1828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A1F2"/>
                </a:solidFill>
              </a:rPr>
              <a:t>📊 Hedef: 500 organik kullanıcı/ay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160520" cy="173736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88720"/>
            <a:ext cx="416052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80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SEO &amp; İçerik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8032" y="1691640"/>
            <a:ext cx="73152" cy="73152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1618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Blog: "X'te nasıl para kazanılır Türkçe rehber"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28032" y="1947672"/>
            <a:ext cx="73152" cy="73152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874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YouTube: Dashboard demo videosu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28032" y="2203704"/>
            <a:ext cx="73152" cy="73152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2130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"X Premium değer mi?" gibi aramalara rank ol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633472"/>
            <a:ext cx="3886200" cy="18288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700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BF63"/>
                </a:solidFill>
              </a:rPr>
              <a:t>📊 Hedef: 2K organik ziyaretçi/ay (6. ayda)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108960"/>
            <a:ext cx="4160520" cy="173736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108960"/>
            <a:ext cx="4160520" cy="54864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Partnership &amp; Community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" y="3611880"/>
            <a:ext cx="73152" cy="73152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5387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Türk X yaratıcılarıyla ücretsiz tool paylaşım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" y="3867912"/>
            <a:ext cx="73152" cy="73152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Maker toplulukları: Product Hunt, İndieHackers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" y="4123944"/>
            <a:ext cx="73152" cy="73152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4050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Türk girişimci Discord/Slack grupları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553712"/>
            <a:ext cx="3886200" cy="18288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4BC4"/>
                </a:solidFill>
              </a:rPr>
              <a:t>📊 Hedef: 5 partner referral / ay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108960"/>
            <a:ext cx="4160520" cy="173736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10896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Viral Loop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28032" y="361188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5387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Araç içinde "Bu araçla oluşturuldu" imzası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386791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Gelir raporu paylaşma butonu (X'e direkt)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28032" y="412394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4050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"Referral: arkadaşını davet et, premium kazan"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0600" y="4553712"/>
            <a:ext cx="388620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4590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📊 Hedef: K-factor &gt; 0.3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📈 GELİR PROJEKSİYONU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12 Aylık Kazanç Tahmini (Araç + Kişisel X)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188720"/>
            <a:ext cx="2377440" cy="27432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A1F2"/>
                </a:solidFill>
              </a:rPr>
              <a:t>Yıllık Özet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1627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Araç MRR (12. Ay)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589520" y="1627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A1F2"/>
                </a:solidFill>
              </a:rPr>
              <a:t>$5,200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929384"/>
            <a:ext cx="21031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993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X Geliri (12. Ay)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89520" y="19933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BF63"/>
                </a:solidFill>
              </a:rPr>
              <a:t>$3,500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2295144"/>
            <a:ext cx="21031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3591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Toplam Aylık (12. Ay)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589520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$8,700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0" y="2660904"/>
            <a:ext cx="21031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2724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Yıllık Toplam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589520" y="2724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BF63"/>
                </a:solidFill>
              </a:rPr>
              <a:t>$35,800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0" y="3026664"/>
            <a:ext cx="21031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İlk Yatırım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589520" y="30906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5B0"/>
                </a:solidFill>
              </a:rPr>
              <a:t>$0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83680" y="3392424"/>
            <a:ext cx="21031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X Premium Maliyeti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589520" y="3456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5B0"/>
                </a:solidFill>
              </a:rPr>
              <a:t>$96/yıl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0" y="3758184"/>
            <a:ext cx="210312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" y="4069080"/>
            <a:ext cx="8503920" cy="9144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5720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A1F2"/>
                </a:solidFill>
              </a:rPr>
              <a:t>Gelir Kaynaklarına Göre Dağılım (12. Ay)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389120"/>
          <a:ext cx="8412480" cy="6858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11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Kaynak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Tutar/Ay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Yıllık Toplam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Oran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Araç: Affiliate Komisyon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$1,500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$9,000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Araç: Premium Abonelik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$2,500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34%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Araç: Sponsorlu Yerleşim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$1,200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$5,400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Kişisel X: Ad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$1,200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$5,500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Kişisel X: Affiliate + Diğer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$2,300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$6,900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C8D8"/>
                          </a:solidFill>
                        </a:rPr>
                        <a:t>19%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🔗 AFİLİATE FIRSATLARI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 Yüksek Komisyon Veren Programlar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011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1280160"/>
            <a:ext cx="50292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280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🔥 HOT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Hostinger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Hosting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%60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Per Sale | Ort: $65/satış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16712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12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Türkçe destek + yüksek dönüşüm. X'te hosting içerikleriyle pazarla.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96312" y="118872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188720"/>
            <a:ext cx="2011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9352" y="1280160"/>
            <a:ext cx="50292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1280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🔥 HOT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87752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NordVPN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87752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VPN/Güvenlik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87752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%40 + recurring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87752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Recurring | Ort: $28/ay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87752" y="216712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212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Abonelik başına aylık gelir. Gizlilik içerikleriyle uyumlu.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72584" y="118872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188720"/>
            <a:ext cx="2011680" cy="45720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4024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Notion Affiliate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4024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SaaS/Verimlilik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64024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%50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64024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Per Sale | Ort: $20/satış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64024" y="216712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2212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Template paylaşımıyla doğal tanıtım. Yüksek dönüşüm.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48856" y="118872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48856" y="1188720"/>
            <a:ext cx="2011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1896" y="1280160"/>
            <a:ext cx="50292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1280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🔥 HOT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40296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Semrush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0296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SEO Araçları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40296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$200 + recurring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0296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Recurring | Ort: $200 ilk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40296" y="216712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0296" y="2212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B2B hedefli. Yüksek bilet. Profesyonel kitleye uygun.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306324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3063240"/>
            <a:ext cx="2011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3080" y="3154680"/>
            <a:ext cx="50292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3154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🔥 HOT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11480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eToro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1148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Finans/Trading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1480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$100-200/kullanıcı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1480" y="3831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CPA | Ort: $150/ref.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1480" y="404164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087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Finans nişinde en yüksek CPA. KYC gerektiriyor.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496312" y="306324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496312" y="3063240"/>
            <a:ext cx="2011680" cy="45720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87752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Canva Pro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587752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Tasarım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87752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%80 (ilk ay)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587752" y="3831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Per Sale | Ort: $52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87752" y="404164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87752" y="4087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İçerik yaratıcıları için ideal. "Tasarım araçları" içerikleri.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72584" y="306324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72584" y="3063240"/>
            <a:ext cx="2011680" cy="45720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64024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Fiverr Business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764024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Freelance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64024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%30 + $150 CPA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764024" y="3831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Hybrid | Ort: $150+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64024" y="404164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64024" y="4087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"Freelance başlangıç" içerikleriyle pazarla.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848856" y="3063240"/>
            <a:ext cx="2011680" cy="16916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48856" y="3063240"/>
            <a:ext cx="2011680" cy="45720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0296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Binance Referral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940296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Kripto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940296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BF63"/>
                </a:solidFill>
              </a:rPr>
              <a:t>Komisyon: %20 trading fee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940296" y="3831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Recurring | Ort: Değişken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940296" y="4041648"/>
            <a:ext cx="1828800" cy="1828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40296" y="4087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B0"/>
                </a:solidFill>
              </a:rPr>
              <a:t>Kripto izleyiciler için. Düzenleme riskine dikkat.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🗺️ YOL HARİTASI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 Aylık Feature &amp; Büyüme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01168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BF63"/>
                </a:solidFill>
              </a:rPr>
              <a:t>AY 1-3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BF63"/>
                </a:solidFill>
              </a:rPr>
              <a:t>Başlangıç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837944"/>
            <a:ext cx="91440" cy="9144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8308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Affiliate linkleri kendi referrallarına çevir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2322576"/>
            <a:ext cx="91440" cy="9144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677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URL kısaltıcı + tıklama sayacı ekle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807208"/>
            <a:ext cx="91440" cy="9144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7523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Email list toplayacak landing page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3291840"/>
            <a:ext cx="91440" cy="9144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369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X API araştır (temel bağlantı)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3776472"/>
            <a:ext cx="91440" cy="9144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SEO optimizasyonu + blog başlat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" y="4261104"/>
            <a:ext cx="91440" cy="9144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2062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Product Hunt lansmanı hazırlığı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96312" y="1188720"/>
            <a:ext cx="201168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96312" y="1188720"/>
            <a:ext cx="2011680" cy="54864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7752" y="1261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A1F2"/>
                </a:solidFill>
              </a:rPr>
              <a:t>AY 4-6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A1F2"/>
                </a:solidFill>
              </a:rPr>
              <a:t>Büyüme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1837944"/>
            <a:ext cx="91440" cy="9144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178308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X API ile gelir otomatik çekme (v1)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2322576"/>
            <a:ext cx="91440" cy="9144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22677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AI tweet öneri motoru (GPT entegre)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2807208"/>
            <a:ext cx="91440" cy="9144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7523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X Money bölümü ekle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3291840"/>
            <a:ext cx="91440" cy="9144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32369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Premium abonelik sistemi kur ($9.99)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06040" y="3776472"/>
            <a:ext cx="91440" cy="9144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Aylık gelir raporu paylaşma butonu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4261104"/>
            <a:ext cx="91440" cy="9144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42062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İlk e-book: "X'te $1K Kılavuzu"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72584" y="1188720"/>
            <a:ext cx="201168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72584" y="1188720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1261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AY 7-9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Olgunlaşma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82312" y="18379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178308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Çoklu X hesabı desteği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82312" y="232257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22677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Sponsorlu program yerleşimi satışı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82312" y="280720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27523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Özelleştirilebilir dashboard widgets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82312" y="32918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2369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Gelir hedefi &amp; milestone sistemi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82312" y="377647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Partner/Referral programı başlat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82312" y="426110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42062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PWA (Mobil uyumluluk)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48856" y="1188720"/>
            <a:ext cx="201168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48856" y="1188720"/>
            <a:ext cx="2011680" cy="54864"/>
          </a:xfrm>
          <a:prstGeom prst="rect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0296" y="1261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4BC4"/>
                </a:solidFill>
              </a:rPr>
              <a:t>AY 10-12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94BC4"/>
                </a:solidFill>
              </a:rPr>
              <a:t>Ölçek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58584" y="1837944"/>
            <a:ext cx="91440" cy="914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95744" y="178308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White-label / API lisanslama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58584" y="2322576"/>
            <a:ext cx="91440" cy="914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95744" y="22677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Ajans dashboard'u (çok müşteri)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58584" y="2807208"/>
            <a:ext cx="91440" cy="914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95744" y="275234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Gelişmiş AI analitik &amp; öngörü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58584" y="3291840"/>
            <a:ext cx="91440" cy="914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95744" y="32369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İngilizce versiyon lansmanı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58584" y="3776472"/>
            <a:ext cx="91440" cy="914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95744" y="372160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MRR $5K+ hedefine ulaş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58584" y="4261104"/>
            <a:ext cx="91440" cy="91440"/>
          </a:xfrm>
          <a:prstGeom prst="ellipse">
            <a:avLst/>
          </a:prstGeom>
          <a:solidFill>
            <a:srgbClr val="794BC4"/>
          </a:solidFill>
          <a:ln w="12700">
            <a:solidFill>
              <a:srgbClr val="794BC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95744" y="420624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8D8"/>
                </a:solidFill>
              </a:rPr>
              <a:t>Kurumsal müşteri onboarding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⚡ EYLEM PLANI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İlk 90 Gün: Ne Yapmalısın?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618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</a:rPr>
              <a:t>0-30. GÜN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🔥 Hemen Başla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1801368"/>
            <a:ext cx="2468880" cy="1828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920240"/>
            <a:ext cx="594360" cy="16459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9202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KRİTİK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69848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Affiliate linkleri değiştir (Hostinger, NordVPN, Notion referrallarını ekle)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" y="2414016"/>
            <a:ext cx="594360" cy="16459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4140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KRİTİK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69848" y="2368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X Premium satın al ($8/ay) → Monetizasyon başvurusu yap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" y="2907792"/>
            <a:ext cx="5943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077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ÖNEMLİ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069848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Landing page'e email opt-in ekle (Mailchimp/Resend ile)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" y="3401568"/>
            <a:ext cx="5943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4015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ÖNEMLİ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69848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X hesabında araç tanıtım thread'i yayınla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9768" y="3895344"/>
            <a:ext cx="594360" cy="164592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895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NORMAL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069848" y="3849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SEO: Blog bölümü aç, ilk 3 makaleyi yaz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9768" y="4389120"/>
            <a:ext cx="594360" cy="164592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3891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NORMAL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69848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Reply-first stratejisini başlat (günde 50+ reply)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188720"/>
            <a:ext cx="269748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1188720"/>
            <a:ext cx="2697480" cy="54864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2618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A1F2"/>
                </a:solidFill>
              </a:rPr>
              <a:t>31-60. GÜN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Momentum Kur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1801368"/>
            <a:ext cx="2468880" cy="1828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1920240"/>
            <a:ext cx="594360" cy="16459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19202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KRİTİK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97764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URL kısaltıcı entegre et → tıklama/dönüşüm takibine geç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37560" y="2414016"/>
            <a:ext cx="594360" cy="16459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24140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KRİTİK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977640" y="2368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Product Hunt'a kaydol ve lansman gunu icin hazirlan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37560" y="2907792"/>
            <a:ext cx="5943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29077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ÖNEMLİ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977640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AI içerik önerisi için OpenAI API bağla (temel versiyon)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37560" y="3401568"/>
            <a:ext cx="5943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4015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ÖNEMLİ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977640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3 Türk X creator ile partnership kurulsun (araç tanıtımı)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37560" y="3895344"/>
            <a:ext cx="594360" cy="164592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3895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NORMAL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977640" y="3849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İlk e-book taslağını yaz (5.000 kelime hedefi)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37560" y="4389120"/>
            <a:ext cx="594360" cy="164592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43891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NORMAL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39776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X Analytics verilerini manuel girmeye başla, pattern ara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35624" y="1188720"/>
            <a:ext cx="2697480" cy="374904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35624" y="1188720"/>
            <a:ext cx="269748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12618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BF63"/>
                </a:solidFill>
              </a:rPr>
              <a:t>61-90. GÜN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45352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Gelir Aktif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45352" y="1801368"/>
            <a:ext cx="2468880" cy="18288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45352" y="1920240"/>
            <a:ext cx="594360" cy="16459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45352" y="19202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KRİTİK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885432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Premium plan ($9.99/ay) için Stripe entegre et → beta listesi aç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45352" y="2414016"/>
            <a:ext cx="594360" cy="16459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45352" y="24140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KRİTİK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885432" y="2368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X API resmi başvurusu (Basic plan: $100/ay → ROI hesapla)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45352" y="2907792"/>
            <a:ext cx="5943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45352" y="290779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ÖNEMLİ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885432" y="2862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İlk sponsorluk teklifi → 3 SaaS markasına outreach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45352" y="3401568"/>
            <a:ext cx="59436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45352" y="34015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ÖNEMLİ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885432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E-book satışa çıkar (Gumroad veya dashboard'da)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45352" y="3895344"/>
            <a:ext cx="594360" cy="164592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45352" y="389534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NORMAL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885432" y="38496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MRR takibi başlat, aylık özet tweet paylaş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45352" y="4389120"/>
            <a:ext cx="594360" cy="164592"/>
          </a:xfrm>
          <a:prstGeom prst="rect">
            <a:avLst/>
          </a:prstGeom>
          <a:solidFill>
            <a:srgbClr val="8B95B0"/>
          </a:solidFill>
          <a:ln w="12700">
            <a:solidFill>
              <a:srgbClr val="8B95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45352" y="43891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NORMAL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6885432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8D8"/>
                </a:solidFill>
              </a:rPr>
              <a:t>90. gün: Öğrendiklerini değerlendir, Q2 planı yap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⚠️ RİSKLER &amp; UYARILAR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Bunları Görmezden Gelme — Kritik Noktalar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6052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280160"/>
            <a:ext cx="640080" cy="20116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YÜKSEK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43000" y="1261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 API Değişiklik Riski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554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X, API erişimini kısıtlayabilir veya fiyatlandırmayı değiştirebilir. Uygulamayı API bağımlılığını azaltacak şekilde tasarla. Her zaman manuel giriş alternatifi bırak.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6052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416052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1280160"/>
            <a:ext cx="640080" cy="20116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YÜKSEK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0" y="1261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Monetizasyon Kuralları Değişebilir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73168" y="1554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X, Ad Revenue ve Subscription programı şartlarını değiştirebilir. Platformu tek bir gelir kaynağına bağlama. Çeşitlendirme şart.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416052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23160"/>
            <a:ext cx="41605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2514600"/>
            <a:ext cx="6400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514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ORTA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43000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Affiliate Disclosure Yükümlülüğü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Türkiye ve küresel düzenlemeler affiliate linkleri için şeffaflık zorunluluğu koyuyor. Araçta ve X postlarında mutlaka "#reklam" veya disclosure etiketi kullan.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416052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423160"/>
            <a:ext cx="41605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514600"/>
            <a:ext cx="6400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514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ORTA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0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Kullanıcı Verisi &amp; KVKK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Türk kullanıcı verisi için KVKK uyumu zorunlu. Dashboard localStorage kullanıyor (sunucu tarafında veri yok) — bu avantaj. Veri politikası sayfası ekle.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416052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57600"/>
            <a:ext cx="41605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" y="3749040"/>
            <a:ext cx="6400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749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ORTA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43000" y="3730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 Premium Gelir Beklenenden Az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" y="4023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Türk ve Orta Doğu izleyicisi görece düşük Ad Revenue üretiyor. Batı (ABD/UK) kitlesi çok daha yüksek RPM veriyor. Kitleyi uluslararasılaştırmayı hedefle.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657600"/>
            <a:ext cx="416052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57600"/>
            <a:ext cx="4160520" cy="45720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3749040"/>
            <a:ext cx="640080" cy="20116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749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DÜŞÜK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86400" y="3730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Rakip Araçlar Türkçe Geliştirme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73168" y="4023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B0"/>
                </a:solidFill>
              </a:rPr>
              <a:t>Hypefury veya benzerleri Türkçe dil desteği ekleyebilir. Hız ve topluluk avantajı kritik. İlk 6 ayda güçlü bir kullanıcı tabanı oluştur.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31B2E"/>
          </a:solidFill>
          <a:ln w="1270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45720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X GetPaid Tool — Özet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A1F2"/>
                </a:solidFill>
              </a:rPr>
              <a:t>Araştırma + Plan + Eylem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697480" cy="34290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697480" cy="54864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572768"/>
            <a:ext cx="457200" cy="457200"/>
          </a:xfrm>
          <a:prstGeom prst="ellipse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Piyasa Gerçek ve Büyük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" y="2487168"/>
            <a:ext cx="2468880" cy="1828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Creator Economy $480B hedefliyor. X'te %97 gelir payı, affiliate market $18.5B. Türkçe araçların neredeyse hiç rakibi yok — bu bir fırsat penceresi.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4315968"/>
            <a:ext cx="2468880" cy="1828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43525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A1F2"/>
                </a:solidFill>
              </a:rPr>
              <a:t>→ Hızlı hareket et, pencerenin kapanmadan gir.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27832" y="1463040"/>
            <a:ext cx="2697480" cy="34290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463040"/>
            <a:ext cx="2697480" cy="54864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572768"/>
            <a:ext cx="457200" cy="457200"/>
          </a:xfrm>
          <a:prstGeom prst="ellipse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Araç Para Kazanabilir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2487168"/>
            <a:ext cx="2468880" cy="18288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5 farklı gelir modeli var: kendi affiliate linkleri (hemen), premium abonelik, sponsorluk, dijital ürün, white-label. İlk 3 ayda $500+ gelir mümkün.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4315968"/>
            <a:ext cx="2468880" cy="18288"/>
          </a:xfrm>
          <a:prstGeom prst="rect">
            <a:avLst/>
          </a:prstGeom>
          <a:solidFill>
            <a:srgbClr val="17BF63"/>
          </a:solidFill>
          <a:ln w="12700">
            <a:solidFill>
              <a:srgbClr val="17BF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3525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BF63"/>
                </a:solidFill>
              </a:rPr>
              <a:t>→ Affiliate linkleri BU HAFTA değiştir. Sıfır maliyet.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35624" y="1463040"/>
            <a:ext cx="2697480" cy="3429000"/>
          </a:xfrm>
          <a:prstGeom prst="rect">
            <a:avLst/>
          </a:prstGeom>
          <a:solidFill>
            <a:srgbClr val="131B2E"/>
          </a:solidFill>
          <a:ln w="6350">
            <a:solidFill>
              <a:srgbClr val="1A23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463040"/>
            <a:ext cx="2697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157276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45352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Kritik Eksikler Var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45352" y="2487168"/>
            <a:ext cx="246888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2542032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8D8"/>
                </a:solidFill>
              </a:rPr>
              <a:t>X API entegrasyonu, AI içerik asistanı ve gerçek tıklama takibi olmadan araç "demo" modunda kalır. Bu özellikler olmadan premium satışı zor.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45352" y="4315968"/>
            <a:ext cx="246888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43525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→ URL kısaltıcı + temel API → 60 gün içinde çöz.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BF63"/>
                </a:solidFill>
              </a:rPr>
              <a:t>🎯 Yıllık Hedef: Araç + Kişisel X = $35,000+ gelir | MRR $5,000+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 GetPaid Tool - Kapsamlı Büyüme ve Gelir Planı 2026</dc:title>
  <dc:subject>PptxGenJS Presentation</dc:subject>
  <dc:creator>X GetPaid Tool</dc:creator>
  <cp:lastModifiedBy>X GetPaid Tool</cp:lastModifiedBy>
  <cp:revision>1</cp:revision>
  <dcterms:created xsi:type="dcterms:W3CDTF">2026-02-20T06:36:16Z</dcterms:created>
  <dcterms:modified xsi:type="dcterms:W3CDTF">2026-02-20T06:36:16Z</dcterms:modified>
</cp:coreProperties>
</file>